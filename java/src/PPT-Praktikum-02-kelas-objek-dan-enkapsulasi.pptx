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18872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02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72768"/>
            <a:ext cx="8010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Kelas, Objek, dan Enkapsulasi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999232"/>
            <a:ext cx="7461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kalimat masalah menjadi kelas yang menjaga aturannya sendiri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011680" cy="0"/>
          </a:xfrm>
          <a:prstGeom prst="line">
            <a:avLst/>
          </a:prstGeom>
          <a:noFill/>
          <a:ln w="19050">
            <a:solidFill>
              <a:srgbClr val="D8DC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4096512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Berorientasi Objek  ·  Prodi Informatika, Fakultas Teknik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Pancasila  ·  Adi Wahyu Pribadi, S.Si., M.Kom.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pertemuan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Menurunkan atribut dan perilaku dari deskripsi berbahasa manusia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access modifier disertai alasan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getter/setter yang menjaga aturan, bukan sekadar meneruskan nilai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constructor property promotion dan readonly di PHP 8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05840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Deskripsi masalah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17904"/>
            <a:ext cx="7735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"Setiap rekening punya nomor, pemilik, dan saldo. Saldo tidak boleh negatif. Setoran harus lebih dari nol. Penarikan tidak boleh melebihi saldo."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Bacalah kata bendanya, kata kerjanya, dan kalimat "tidak boleh"-nya.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membaca deskripsi masalah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2049107"/>
                <a:gridCol w="3166801"/>
                <a:gridCol w="27942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dicari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Petunjuk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 kelas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kata benda utama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Rekening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kata benda yang dimiliki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nomor, pemilik, saldo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Perilaku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kata kerja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setor(), tarik()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Invariant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kalimat "tidak boleh" / "harus"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≥ 0; setoran &gt;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2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05840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17904"/>
            <a:ext cx="7735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yang harus selalu benar sepanjang hidup objek.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Inilah alasan enkapsulasi ada — bukan karena buku menyuruh atributnya private.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yang buruk vs operasi yang baik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3849624" cy="2798064"/>
          </a:xfrm>
          <a:prstGeom prst="roundRect">
            <a:avLst>
              <a:gd name="adj" fmla="val 1961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37160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BURUK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68096" y="1700784"/>
            <a:ext cx="3447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setSaldo(double s) {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this.saldo = s;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rek.setSaldo(-999);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tetap lolos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27448" y="1225296"/>
            <a:ext cx="3849624" cy="2798064"/>
          </a:xfrm>
          <a:prstGeom prst="roundRect">
            <a:avLst>
              <a:gd name="adj" fmla="val 1961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28616" y="137160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28616" y="1700784"/>
            <a:ext cx="3447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tarik(double jml) {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(jml &lt;= 0) throw ...;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(jml &gt; saldo) throw ...;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saldo -= jml;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setSaldo adalah perintah teknis. tarik adalah peristiwa bisnis.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Padanan sintaks Java ↔ PHP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2421671"/>
                <a:gridCol w="2794236"/>
                <a:gridCol w="27942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 8.4+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 privat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double saldo;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float $saldo;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dapat diubah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final String x;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readonly string $x;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blok terpisah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promotion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Rujukan diri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this.saldo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$this-&gt;saldo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Tipe ketat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wajib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declare(strict_types=1);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2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property promotion (PHP 8)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8010144" cy="2423160"/>
          </a:xfrm>
          <a:prstGeom prst="roundRect">
            <a:avLst>
              <a:gd name="adj" fmla="val 2264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1408176"/>
            <a:ext cx="75712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Cara lama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Rekening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$nomor;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__construct(string $n) { $this-&gt;nomor = $n; 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Cara PHP 8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Rekening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__construct(private readonly string $nomor) {}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831336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Deklarasi dan penugasan sekaligus. Java punya padanan konseptual berupa record.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atribut public — objek tidak bisa menjamin apa pun tentang dirinya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untuk setiap atribut — enkapsulasi semu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ditaruh di pemanggil, bukan di objek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 mengembalikan koleksi internal secara langsung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hanya berisi getter/setter tanpa perilaku (anemic object)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060704"/>
            <a:ext cx="8010144" cy="3017520"/>
          </a:xfrm>
          <a:prstGeom prst="roundRect">
            <a:avLst>
              <a:gd name="adj" fmla="val 1515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1298448"/>
            <a:ext cx="7424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pekan ini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847088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kelas Buku di Java dan PHP dari deskripsi yang diberikan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Tuliskan daftar invariant-nya LEBIH DULU, baru tulis kodenya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setiap atribut: satu kalimat alasan memilih private/protected/public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Universitas Pancasila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2 — Kelas, Objek, dan Enkapsulasi</dc:title>
  <dc:subject>PptxGenJS Presentation</dc:subject>
  <dc:creator>Adi Wahyu Pribadi, S.Si., M.Kom.</dc:creator>
  <cp:lastModifiedBy>Adi Wahyu Pribadi, S.Si., M.Kom.</cp:lastModifiedBy>
  <cp:revision>1</cp:revision>
  <dcterms:created xsi:type="dcterms:W3CDTF">2026-09-10T04:15:06Z</dcterms:created>
  <dcterms:modified xsi:type="dcterms:W3CDTF">2026-09-10T04:15:06Z</dcterms:modified>
</cp:coreProperties>
</file>